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8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0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50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23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8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7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8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3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9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4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89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9542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59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86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82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2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27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3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5" y="1976439"/>
            <a:ext cx="7772400" cy="120032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NLP Humor Detection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71787"/>
            <a:ext cx="6400800" cy="17526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Multiple Embedding Techniques and ML/DL Models</a:t>
            </a:r>
          </a:p>
        </p:txBody>
      </p:sp>
      <p:cxnSp>
        <p:nvCxnSpPr>
          <p:cNvPr id="4" name="Google Shape;653;p26">
            <a:extLst>
              <a:ext uri="{FF2B5EF4-FFF2-40B4-BE49-F238E27FC236}">
                <a16:creationId xmlns:a16="http://schemas.microsoft.com/office/drawing/2014/main" id="{3EB7E5F5-2B90-45B3-A41B-D4AA899CD224}"/>
              </a:ext>
            </a:extLst>
          </p:cNvPr>
          <p:cNvCxnSpPr>
            <a:cxnSpLocks/>
          </p:cNvCxnSpPr>
          <p:nvPr/>
        </p:nvCxnSpPr>
        <p:spPr>
          <a:xfrm flipV="1">
            <a:off x="1965600" y="2633924"/>
            <a:ext cx="5212800" cy="252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653;p26">
            <a:extLst>
              <a:ext uri="{FF2B5EF4-FFF2-40B4-BE49-F238E27FC236}">
                <a16:creationId xmlns:a16="http://schemas.microsoft.com/office/drawing/2014/main" id="{4F3C4C2A-1729-4ACA-93DD-1DAE9876FA12}"/>
              </a:ext>
            </a:extLst>
          </p:cNvPr>
          <p:cNvCxnSpPr>
            <a:cxnSpLocks/>
          </p:cNvCxnSpPr>
          <p:nvPr/>
        </p:nvCxnSpPr>
        <p:spPr>
          <a:xfrm>
            <a:off x="1728788" y="4203875"/>
            <a:ext cx="5757862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5DE46F-FBB8-4B4A-9371-153981DC51A4}"/>
              </a:ext>
            </a:extLst>
          </p:cNvPr>
          <p:cNvSpPr txBox="1"/>
          <p:nvPr/>
        </p:nvSpPr>
        <p:spPr>
          <a:xfrm>
            <a:off x="1371600" y="485775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Manish Bhardwaj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3CB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 no. 29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2315510116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DED699-B1DE-4154-8507-1ECD2A1DE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298" y="125500"/>
            <a:ext cx="2096540" cy="182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Introduction</a:t>
            </a:r>
          </a:p>
          <a:p>
            <a:r>
              <a: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Humor Detection Model Overview</a:t>
            </a:r>
          </a:p>
          <a:p>
            <a:r>
              <a: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Embeddings + ML &amp; DL Models</a:t>
            </a:r>
          </a:p>
          <a:p>
            <a:r>
              <a: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Best &amp; Worst Model Accuracy</a:t>
            </a:r>
          </a:p>
          <a:p>
            <a:r>
              <a: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Accuracy Graph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432780"/>
            <a:ext cx="7773338" cy="1596177"/>
          </a:xfrm>
        </p:spPr>
        <p:txBody>
          <a:bodyPr/>
          <a:lstStyle/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Humor Detection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028957"/>
            <a:ext cx="7773339" cy="3424107"/>
          </a:xfrm>
        </p:spPr>
        <p:txBody>
          <a:bodyPr>
            <a:noAutofit/>
          </a:bodyPr>
          <a:lstStyle/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Embeddings Used: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One Hot, </a:t>
            </a: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BoW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TF-IDF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Word2Vec (CBOW &amp; </a:t>
            </a: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SkipGram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fastText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GloVe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Doc2Vec</a:t>
            </a:r>
          </a:p>
          <a:p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Models Applied: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Machine Learning (LR)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ANN (128 </a:t>
            </a: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Sigmoid)</a:t>
            </a:r>
          </a:p>
          <a:p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RNN, LSTM, GRU</a:t>
            </a:r>
          </a:p>
          <a:p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Accuracy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Different embedding techniques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AAC113-84DC-4937-84FB-FB193F371F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6060" y="2097088"/>
            <a:ext cx="7556896" cy="4298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Graph &amp; 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610642-53C1-4E7F-84E1-AB1748E3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9605" y="1982345"/>
            <a:ext cx="8724790" cy="4329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31</TotalTime>
  <Words>129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Tw Cen MT</vt:lpstr>
      <vt:lpstr>Droplet</vt:lpstr>
      <vt:lpstr>       NLP Humor Detection Model </vt:lpstr>
      <vt:lpstr>Index</vt:lpstr>
      <vt:lpstr>Humor Detection Model</vt:lpstr>
      <vt:lpstr>Model Accuracy with Different embedding techniques</vt:lpstr>
      <vt:lpstr>Accuracy Graph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Humor Detection Model</dc:title>
  <dc:subject/>
  <dc:creator>Manish Bhardwaj</dc:creator>
  <cp:keywords/>
  <dc:description>generated using python-pptx</dc:description>
  <cp:lastModifiedBy>Manish Bhardwaj</cp:lastModifiedBy>
  <cp:revision>5</cp:revision>
  <dcterms:created xsi:type="dcterms:W3CDTF">2013-01-27T09:14:16Z</dcterms:created>
  <dcterms:modified xsi:type="dcterms:W3CDTF">2025-11-20T06:06:27Z</dcterms:modified>
  <cp:category/>
</cp:coreProperties>
</file>